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화면 캡처를 이 슬라이드에 배치하세요.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다이어그램 캡처 + mermaid DSL 코드를 이 슬라이드에 넣어주세요.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MeetFlow AI -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"회의록이 실행으로" : 회의 종료와 동시에 요약·Action·다이어그램 자동화</a:t>
            </a:r>
          </a:p>
          <a:p>
            <a:pPr lvl="1"/>
            <a:r>
              <a:t>녹음 → 전사(STT) → 요약/Action → Mermaid 다이어그램 → 공유까지 연결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&amp;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회의록 작성/Action 관리에 많은 수작업과 누락 리스크</a:t>
            </a:r>
          </a:p>
          <a:p>
            <a:pPr lvl="1"/>
            <a:r>
              <a:t>전사/요약 자동화로 시간 절감 · 책임 명확화 · 협업 효율 향상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Mermaid 플로우</a:t>
            </a:r>
          </a:p>
          <a:p>
            <a:pPr lvl="1"/>
            <a:r>
              <a:t>graph LR; A[녹음/업로드]--&gt;B[STT /api/transcribe]; B--&gt;C[요약 /api/summary]; C--&gt;D[상태 /api/status]; D--&gt;E[다이어그램 /api/diagram]; E--&gt;F[공유/협업];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화면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MeetingHistory(회의/녹음 리스트)</a:t>
            </a:r>
          </a:p>
          <a:p>
            <a:pPr lvl="1"/>
            <a:r>
              <a:t>Recorder &amp; PipelinePanel</a:t>
            </a:r>
          </a:p>
          <a:p>
            <a:pPr lvl="1"/>
            <a:r>
              <a:t>Mermaid 다이어그램 미리보기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Mermaid 다이어그램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서브그래프/색상으로 개요·결정·논의·Action을 한눈에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Next.js(App Router), Tailwind, TypeScript</a:t>
            </a:r>
          </a:p>
          <a:p>
            <a:pPr lvl="1"/>
            <a:r>
              <a:t>Backend/API: Next.js API Routes, OpenAI Whisper/GPT, Supabase</a:t>
            </a:r>
          </a:p>
          <a:p>
            <a:pPr lvl="1"/>
            <a:r>
              <a:t>기타: MediaRecorder, Mermaid.js, Zod, 문서(TASKS/PRD 등)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차별성 &amp;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자동화, 회의 저장/재사용, Mermaid 시각화 강점</a:t>
            </a:r>
          </a:p>
          <a:p>
            <a:pPr lvl="1"/>
            <a:r>
              <a:t>다음 단계: 요약 편집 UI, 다이어그램 공유/다운로드, 알림 채널, 템플릿/검색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